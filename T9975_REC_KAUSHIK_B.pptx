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10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48.png"/><Relationship Id="rId5" Type="http://schemas.openxmlformats.org/officeDocument/2006/relationships/image" Target="../media/image13.png"/><Relationship Id="rId10" Type="http://schemas.openxmlformats.org/officeDocument/2006/relationships/image" Target="../media/image47.png"/><Relationship Id="rId4" Type="http://schemas.openxmlformats.org/officeDocument/2006/relationships/image" Target="../media/image43.png"/><Relationship Id="rId9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41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85454"/>
            <a:ext cx="2671762" cy="66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037" y="2685454"/>
            <a:ext cx="2671762" cy="666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85454"/>
            <a:ext cx="2671762" cy="666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6362" y="2685454"/>
            <a:ext cx="2671762" cy="666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3923704"/>
            <a:ext cx="5476875" cy="140136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923704"/>
            <a:ext cx="5476875" cy="140136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123729"/>
            <a:ext cx="50768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4123729"/>
            <a:ext cx="507682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3561754"/>
            <a:ext cx="11144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 ExtraBold"/>
              </a:rPr>
              <a:t>PROJECTS COVERED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3930" y="1532929"/>
            <a:ext cx="1684139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80685" y="1856779"/>
            <a:ext cx="5030628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0" i="0" u="none">
                <a:solidFill>
                  <a:srgbClr val="0F172A"/>
                </a:solidFill>
                <a:latin typeface="Plus Jakarta Sans ExtraBold"/>
              </a:rPr>
              <a:t>Zeroth Review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28329"/>
            <a:ext cx="23479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Plus Jakarta Sans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90254"/>
            <a:ext cx="23479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KAUSHIK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962" y="2828329"/>
            <a:ext cx="23479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Plus Jakarta Sans"/>
              </a:rPr>
              <a:t>ROLL 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962" y="2990254"/>
            <a:ext cx="234791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Plus Jakarta Sans"/>
              </a:rPr>
              <a:t>251011009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2828329"/>
            <a:ext cx="23479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Plus Jakarta Sans"/>
              </a:rPr>
              <a:t>COLLEGE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2990254"/>
            <a:ext cx="23479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Rajalakshmi Eng. College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8287" y="2828329"/>
            <a:ext cx="23479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Plus Jakarta Sans"/>
              </a:rPr>
              <a:t>COURSE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8287" y="2990254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59669"/>
                </a:solidFill>
                <a:latin typeface="Plus Jakarta Sans"/>
              </a:rPr>
              <a:t>M.Tech Data Science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4447579"/>
            <a:ext cx="533066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lus Jakarta Sans ExtraBold"/>
              </a:rPr>
              <a:t>Call 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4752379"/>
            <a:ext cx="50768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334155"/>
                </a:solidFill>
                <a:latin typeface="Plus Jakarta Sans"/>
              </a:rPr>
              <a:t>Real-Time Voice AI Agent for Banking Support with Streaming STT/TTS &amp; Identity Guardrails.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275" y="4447579"/>
            <a:ext cx="533066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0F172A"/>
                </a:solidFill>
                <a:latin typeface="Plus Jakarta Sans ExtraBold"/>
              </a:rPr>
              <a:t>Foren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275" y="4752379"/>
            <a:ext cx="50768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334155"/>
                </a:solidFill>
                <a:latin typeface="Plus Jakarta Sans"/>
              </a:rPr>
              <a:t>AI Digital Forensics Assistant offering automated memory/disk parsing and IoC anomaly detection.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979491"/>
            <a:ext cx="11334750" cy="66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1047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270819"/>
            <a:ext cx="5581650" cy="25562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2270819"/>
            <a:ext cx="5581650" cy="25562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625" y="619125"/>
            <a:ext cx="7342949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0" i="0" u="none">
                <a:solidFill>
                  <a:srgbClr val="0F172A"/>
                </a:solidFill>
                <a:latin typeface="Plus Jakarta Sans ExtraBold"/>
              </a:rPr>
              <a:t>Call Sense — Real-Time Voice AI Agent for Banking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25" y="935235"/>
            <a:ext cx="699328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 SemiBold"/>
              </a:rPr>
              <a:t>Problem Statement &amp; Objectives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141416"/>
            <a:ext cx="333375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4425" y="5222378"/>
            <a:ext cx="6953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284C7"/>
                </a:solidFill>
                <a:latin typeface="Plus Jakarta Sans ExtraBold"/>
              </a:rPr>
              <a:t>DATASET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0525" y="5165228"/>
            <a:ext cx="1743075" cy="295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8850" y="5165228"/>
            <a:ext cx="1647825" cy="2952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1925" y="5165228"/>
            <a:ext cx="2085975" cy="2952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3150" y="5165228"/>
            <a:ext cx="1581150" cy="2952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2494657"/>
            <a:ext cx="1619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4875" y="2470844"/>
            <a:ext cx="15335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DC2626"/>
                </a:solidFill>
                <a:latin typeface="Plus Jakarta Sans ExtraBold"/>
              </a:rP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2794694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IVR &amp; Support Delays: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High call volumes lead to prolonged queue wait times and customer dissatisfaction in banking call centers.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276600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Manual Verification Risks: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Traditional security checks are slow and prone to social engineering fraud during live telephone calls.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3758505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Dialogue State Tracking: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High latency and multi-turn state drift disrupt real-time financial query processing.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4240410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Lack of Live Analytics: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Absence of real-time intent tracking, transcript logging, and automated escalation to human agents.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494657"/>
            <a:ext cx="161925" cy="1619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57975" y="2470844"/>
            <a:ext cx="857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59669"/>
                </a:solidFill>
                <a:latin typeface="Plus Jakarta Sans ExtraBold"/>
              </a:rP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0" y="2794694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Low-Latency Voice Streaming: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Achieve sub-800ms end-to-end voice response via streaming STT/TTS pipelines.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3276600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Automate Banking Tasks: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Handle balance checks, fund transfer routing, and account queries autonomously.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0" y="3758505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Security Guardrails: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Integrate real-time risk scoring, voice biometrics checks, and fraud query filters.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4240410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Admin Supervision: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Provide an interactive supervisor dashboard with live transcript and audit analytics.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775644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C2626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25755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C2626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739455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C2626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422136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C2626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775644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5755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39455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2136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744342"/>
            <a:ext cx="1133475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2093714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134492"/>
            <a:ext cx="5581650" cy="2457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2134492"/>
            <a:ext cx="5581650" cy="2457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5182492"/>
            <a:ext cx="2171700" cy="438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5182492"/>
            <a:ext cx="2247900" cy="438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3950" y="5182492"/>
            <a:ext cx="2247900" cy="438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4700" y="5182492"/>
            <a:ext cx="2247900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5450" y="5182492"/>
            <a:ext cx="2247900" cy="4381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2658367"/>
            <a:ext cx="2524125" cy="514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075" y="2658367"/>
            <a:ext cx="2524125" cy="514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3267967"/>
            <a:ext cx="2524125" cy="514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075" y="3267967"/>
            <a:ext cx="2524125" cy="514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3877567"/>
            <a:ext cx="2524125" cy="514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075" y="3877567"/>
            <a:ext cx="2524125" cy="514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8625" y="619125"/>
            <a:ext cx="5838854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0" i="0" u="none">
                <a:solidFill>
                  <a:srgbClr val="0F172A"/>
                </a:solidFill>
                <a:latin typeface="Plus Jakarta Sans ExtraBold"/>
              </a:rPr>
              <a:t>Call Sense — System Architecture &amp;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25" y="935235"/>
            <a:ext cx="556081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 SemiBold"/>
              </a:rPr>
              <a:t>Dataset, Technical Stack &amp; Expected Outcomes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" y="4922936"/>
            <a:ext cx="150614" cy="12858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5464" y="4906267"/>
            <a:ext cx="177938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0284C7"/>
                </a:solidFill>
                <a:latin typeface="Plus Jakarta Sans ExtraBold"/>
              </a:rPr>
              <a:t>PROCESS FLOW PIPELINE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2358330"/>
            <a:ext cx="180975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3925" y="2334517"/>
            <a:ext cx="1209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284C7"/>
                </a:solidFill>
                <a:latin typeface="Plus Jakarta Sans ExtraBold"/>
              </a:rPr>
              <a:t>Technical Stack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358330"/>
            <a:ext cx="142875" cy="1619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38925" y="2334517"/>
            <a:ext cx="1619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D97706"/>
                </a:solidFill>
                <a:latin typeface="Plus Jakarta Sans ExtraBold"/>
              </a:rPr>
              <a:t>Expected Outcomes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2658367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Streaming Voice Agent: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Autonomous voice support handling multi-lingual financial requests.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0" y="3140273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Smart Intent Routing: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Instant department categorization and balance lookup execution.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0" y="3622178"/>
            <a:ext cx="49720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Fraud Risk Alert: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Live threat indicators flagging unverified transactional steps.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3910756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Supervisor Console: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Real-time transcript tracking, sentiment scoring, and agent handoff.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62062" y="5306317"/>
            <a:ext cx="247650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85912" y="5325367"/>
            <a:ext cx="581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Voice Call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19462" y="5306317"/>
            <a:ext cx="247650" cy="190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43312" y="5325367"/>
            <a:ext cx="847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Streaming STT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91162" y="5306317"/>
            <a:ext cx="247650" cy="190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15012" y="5325367"/>
            <a:ext cx="885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LLM &amp; Security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29537" y="5306317"/>
            <a:ext cx="247650" cy="190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53387" y="5325367"/>
            <a:ext cx="7905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Banking RAG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91712" y="5306317"/>
            <a:ext cx="247650" cy="190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215562" y="5325367"/>
            <a:ext cx="847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Streaming TTS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525" y="276314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SPEECH PROCESSING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525" y="290601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Deepgram / Whisper Stream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90900" y="276314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VOICE SYNTHESIS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90900" y="290601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ElevenLabs / Cartesia TTS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1525" y="337274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LLM &amp; LOGIC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525" y="351561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Llama 3 / LangGraph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0900" y="337274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VECTOR DB &amp;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0900" y="351561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FAISS + FastAPI WebSockets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1525" y="398234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CONTAINER &amp; 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1525" y="412521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Docker + SQLite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0900" y="398234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ADMIN UI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90900" y="412521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Streamlit Analytics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2639317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121223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603128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891706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979491"/>
            <a:ext cx="11334750" cy="66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10763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270819"/>
            <a:ext cx="5581650" cy="25562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2270819"/>
            <a:ext cx="5581650" cy="25562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625" y="619125"/>
            <a:ext cx="4820758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0" i="0" u="none">
                <a:solidFill>
                  <a:srgbClr val="0F172A"/>
                </a:solidFill>
                <a:latin typeface="Plus Jakarta Sans ExtraBold"/>
              </a:rPr>
              <a:t>Foren X — AI Digital Forensics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25" y="935235"/>
            <a:ext cx="459119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 SemiBold"/>
              </a:rPr>
              <a:t>Problem Statement &amp; Objectives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141416"/>
            <a:ext cx="3810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50" y="5222378"/>
            <a:ext cx="8191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C3AED"/>
                </a:solidFill>
                <a:latin typeface="Plus Jakarta Sans ExtraBold"/>
              </a:rPr>
              <a:t>TEST DATA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9675" y="5165228"/>
            <a:ext cx="1647825" cy="295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0" y="5165228"/>
            <a:ext cx="1771650" cy="2952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9650" y="5165228"/>
            <a:ext cx="1533525" cy="2952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58425" y="5165228"/>
            <a:ext cx="1285875" cy="2952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2494657"/>
            <a:ext cx="1619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4875" y="2470844"/>
            <a:ext cx="15335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DC2626"/>
                </a:solidFill>
                <a:latin typeface="Plus Jakarta Sans ExtraBold"/>
              </a:rP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2794694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Evidence Overwhelm: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Massive volumes of raw disk images, RAM dumps, and system logs significantly slow down digital investigations.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276600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Manual Timeline Analysis: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Correlating fragmented event logs (EVTX, PCAP) manually is tedious and prone to human oversight.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3758505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Tool Fragmentation: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Specialized forensics tools (Volatility, Autopsy) require steep learning curves and complex CLI usage.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4240410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Slow Reporting: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Delays in extracting verified Indicators of Compromise (IoCs) and building compliant audit reports.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494657"/>
            <a:ext cx="161925" cy="1619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57975" y="2470844"/>
            <a:ext cx="857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59669"/>
                </a:solidFill>
                <a:latin typeface="Plus Jakarta Sans ExtraBold"/>
              </a:rP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0" y="2794694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Automated Artifact Parsing: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Extract process trees, registry hives, and file artifacts instantly from disk and memory dumps.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3276600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AI Anomaly Detection: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Detect hidden malicious processes, rogue network sockets, and privilege escalations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0" y="3758505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Conversational Evidence QA: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Query digital artifacts using natural language powered by forensic RAG.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4240410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Chain-of-Custody Audit: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Export cryptographic SHA-256 verified investigation timelines and reports.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775644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C2626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25755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C2626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739455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C2626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422136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C2626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775644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5755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39455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2136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793753"/>
            <a:ext cx="1133475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3375"/>
            <a:ext cx="2122289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085082"/>
            <a:ext cx="5581650" cy="25562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2085082"/>
            <a:ext cx="5581650" cy="255627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5231903"/>
            <a:ext cx="2171700" cy="438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5231903"/>
            <a:ext cx="2247900" cy="438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3950" y="5231903"/>
            <a:ext cx="2247900" cy="438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4700" y="5231903"/>
            <a:ext cx="2247900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5450" y="5231903"/>
            <a:ext cx="2247900" cy="4381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2608957"/>
            <a:ext cx="2524125" cy="514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075" y="2608957"/>
            <a:ext cx="2524125" cy="514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3218557"/>
            <a:ext cx="2524125" cy="514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075" y="3218557"/>
            <a:ext cx="2524125" cy="514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3828157"/>
            <a:ext cx="2524125" cy="514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075" y="3828157"/>
            <a:ext cx="2524125" cy="514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8625" y="619125"/>
            <a:ext cx="550084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0" i="0" u="none" dirty="0">
                <a:solidFill>
                  <a:srgbClr val="0F172A"/>
                </a:solidFill>
                <a:latin typeface="Plus Jakarta Sans ExtraBold"/>
              </a:rPr>
              <a:t>Foren X — System Architecture &amp;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25" y="935235"/>
            <a:ext cx="523889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 SemiBold"/>
              </a:rPr>
              <a:t>Dataset, Technical Stack &amp; Expected Outcomes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" y="4972347"/>
            <a:ext cx="150614" cy="12858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5464" y="4955678"/>
            <a:ext cx="177938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7C3AED"/>
                </a:solidFill>
                <a:latin typeface="Plus Jakarta Sans ExtraBold"/>
              </a:rPr>
              <a:t>PROCESS FLOW PIPELINE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2308919"/>
            <a:ext cx="200025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2975" y="2285107"/>
            <a:ext cx="1209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7C3AED"/>
                </a:solidFill>
                <a:latin typeface="Plus Jakarta Sans ExtraBold"/>
              </a:rPr>
              <a:t>Technical Stack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308919"/>
            <a:ext cx="123825" cy="1619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19875" y="2285107"/>
            <a:ext cx="1619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D97706"/>
                </a:solidFill>
                <a:latin typeface="Plus Jakarta Sans ExtraBold"/>
              </a:rPr>
              <a:t>Expected Outcomes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2608957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Forensic Assistant Interface: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Interactive assistant for rapid digital evidence analysis and triage.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0" y="3090862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IoC Threat Alerting: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Automated highlighting of suspicious artifacts &amp; anomalous process trees.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0" y="3572767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Natural Language Querying: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Instant semantic retrieval over evidence logs and RAM artifacts.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4054673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Plus Jakarta Sans"/>
              </a:rPr>
              <a:t>Chain-of-Custody Report: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Automated audit summaries with cryptographic hash validation.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1562" y="5355728"/>
            <a:ext cx="247650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95412" y="5374778"/>
            <a:ext cx="962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Evidence Ingest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09937" y="5355728"/>
            <a:ext cx="247650" cy="190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33787" y="5374778"/>
            <a:ext cx="866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Artifact Parser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53062" y="5355728"/>
            <a:ext cx="247650" cy="190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76912" y="5374778"/>
            <a:ext cx="962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Anomaly Engine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77162" y="5355728"/>
            <a:ext cx="247650" cy="190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01012" y="5374778"/>
            <a:ext cx="695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Vector RAG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34575" y="5355728"/>
            <a:ext cx="247650" cy="190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258425" y="5374778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Audit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525" y="271373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FORENSICS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525" y="285660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Volatility 3 / SleuthKit / Scapy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90900" y="271373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AI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90900" y="285660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Llama 3 / Mistral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1525" y="332333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VECTOR 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525" y="346620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ChromaDB / FAISS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0900" y="332333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INTEGRITY &amp; STORAGE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0900" y="346620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SHA-256 Hash + SQLite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1525" y="393293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BACKEND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1525" y="407580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Python + FastAPI + Docker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0900" y="3932932"/>
            <a:ext cx="2276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INVESTIGATOR UI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90900" y="4075807"/>
            <a:ext cx="2276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Streamlit + D3 Timeline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2589907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071812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553717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035623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D97706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650</Words>
  <Application>Microsoft Office PowerPoint</Application>
  <PresentationFormat>Widescreen</PresentationFormat>
  <Paragraphs>116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Kaushik B</dc:creator>
  <cp:keywords/>
  <dc:description>generated using python-pptx</dc:description>
  <cp:lastModifiedBy>Kaushik B</cp:lastModifiedBy>
  <cp:revision>2</cp:revision>
  <dcterms:created xsi:type="dcterms:W3CDTF">2013-01-27T09:14:16Z</dcterms:created>
  <dcterms:modified xsi:type="dcterms:W3CDTF">2026-08-28T04:07:18Z</dcterms:modified>
  <cp:category/>
</cp:coreProperties>
</file>